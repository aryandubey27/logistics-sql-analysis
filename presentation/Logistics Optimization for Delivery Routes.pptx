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3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2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99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6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04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22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92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1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14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93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8728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75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39315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46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65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775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514E6-7823-40EA-9A32-03158DA666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FA04A7B-5FB9-4A1B-9695-9885BD777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42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OOC3OfhTKwXdFpOyuLYHR3QSqobrPYrb/view?usp=sharing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6A9A5-FD31-49AE-5233-6E2AF136D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230" y="204826"/>
            <a:ext cx="7766936" cy="2441492"/>
          </a:xfrm>
        </p:spPr>
        <p:txBody>
          <a:bodyPr/>
          <a:lstStyle/>
          <a:p>
            <a:pPr algn="ctr"/>
            <a:r>
              <a:rPr lang="en-US" sz="4800" b="1" dirty="0"/>
              <a:t>Logistics Optimization for Delivery Routes</a:t>
            </a:r>
            <a:br>
              <a:rPr lang="en-US" sz="4800" b="1" dirty="0"/>
            </a:br>
            <a:r>
              <a:rPr lang="en-US" sz="4800" b="1" dirty="0"/>
              <a:t>SQL Data Analytics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C8A5F2-FAB1-EE0F-8100-07E1A67B7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742805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Name: Aryan Dubey</a:t>
            </a:r>
          </a:p>
          <a:p>
            <a:r>
              <a:rPr lang="en-US" sz="2000" dirty="0">
                <a:solidFill>
                  <a:schemeClr val="tx1"/>
                </a:solidFill>
              </a:rPr>
              <a:t>Course: SQL for Data Analysis</a:t>
            </a:r>
          </a:p>
          <a:p>
            <a:r>
              <a:rPr lang="en-US" sz="2000" dirty="0">
                <a:solidFill>
                  <a:schemeClr val="tx1"/>
                </a:solidFill>
              </a:rPr>
              <a:t>Database: PostgreSQL</a:t>
            </a:r>
          </a:p>
          <a:p>
            <a:r>
              <a:rPr lang="en-US" sz="2000" dirty="0">
                <a:solidFill>
                  <a:schemeClr val="tx1"/>
                </a:solidFill>
              </a:rPr>
              <a:t>Tools Used: PostgreSQL, SQL</a:t>
            </a:r>
          </a:p>
        </p:txBody>
      </p:sp>
    </p:spTree>
    <p:extLst>
      <p:ext uri="{BB962C8B-B14F-4D97-AF65-F5344CB8AC3E}">
        <p14:creationId xmlns:p14="http://schemas.microsoft.com/office/powerpoint/2010/main" val="818732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02DF-5CF2-772B-5E00-F3D62F086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E17D5-832B-0DFB-E7A2-6BC283B72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998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goal of this project is to analyze logistics delivery data using SQL to identify inefficiencies, delays, and performance bottlenecks in the delivery network.</a:t>
            </a:r>
          </a:p>
          <a:p>
            <a:pPr marL="0" indent="0" algn="just">
              <a:buNone/>
            </a:pPr>
            <a:r>
              <a:rPr lang="en-US" b="1" dirty="0"/>
              <a:t>Dataset Includes</a:t>
            </a:r>
            <a:endParaRPr lang="en-US" dirty="0"/>
          </a:p>
          <a:p>
            <a:r>
              <a:rPr lang="en-US" dirty="0"/>
              <a:t>Orders Table</a:t>
            </a:r>
          </a:p>
          <a:p>
            <a:r>
              <a:rPr lang="en-US" dirty="0"/>
              <a:t>Routes Table</a:t>
            </a:r>
          </a:p>
          <a:p>
            <a:r>
              <a:rPr lang="en-US" dirty="0"/>
              <a:t>Warehouses Table</a:t>
            </a:r>
          </a:p>
          <a:p>
            <a:r>
              <a:rPr lang="en-US" dirty="0"/>
              <a:t>Delivery Agents Table</a:t>
            </a:r>
          </a:p>
          <a:p>
            <a:r>
              <a:rPr lang="en-US" dirty="0"/>
              <a:t>Shipment Tracking Table</a:t>
            </a:r>
          </a:p>
          <a:p>
            <a:pPr marL="0" indent="0">
              <a:buNone/>
            </a:pPr>
            <a:r>
              <a:rPr lang="en-US" b="1" dirty="0"/>
              <a:t>Database Used</a:t>
            </a:r>
            <a:endParaRPr lang="en-US" dirty="0"/>
          </a:p>
          <a:p>
            <a:r>
              <a:rPr lang="en-US" dirty="0"/>
              <a:t>PostgreSQL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423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DF19-E064-321D-74C4-7E3E2577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41F7C-977C-64D3-E12E-F4D260E2C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Tables Information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Orders Table – Contains delivery dates and order status</a:t>
            </a:r>
            <a:br>
              <a:rPr lang="en-US" sz="2000" dirty="0"/>
            </a:br>
            <a:r>
              <a:rPr lang="en-US" sz="2000" dirty="0"/>
              <a:t>• Routes Table – Contains route distance and traffic delay</a:t>
            </a:r>
            <a:br>
              <a:rPr lang="en-US" sz="2000" dirty="0"/>
            </a:br>
            <a:r>
              <a:rPr lang="en-US" sz="2000" dirty="0"/>
              <a:t>• Warehouses Table – Stores warehouse location and processing time</a:t>
            </a:r>
            <a:br>
              <a:rPr lang="en-US" sz="2000" dirty="0"/>
            </a:br>
            <a:r>
              <a:rPr lang="en-US" sz="2000" dirty="0"/>
              <a:t>• Delivery Agents Table – Agent details and performance metrics</a:t>
            </a:r>
            <a:br>
              <a:rPr lang="en-US" sz="2000" dirty="0"/>
            </a:br>
            <a:r>
              <a:rPr lang="en-US" sz="2000" dirty="0"/>
              <a:t>• Shipment Tracking Table – Tracks shipment checkpoints and delay reasons</a:t>
            </a:r>
          </a:p>
        </p:txBody>
      </p:sp>
    </p:spTree>
    <p:extLst>
      <p:ext uri="{BB962C8B-B14F-4D97-AF65-F5344CB8AC3E}">
        <p14:creationId xmlns:p14="http://schemas.microsoft.com/office/powerpoint/2010/main" val="2218634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F116-E0EF-DFA7-0C5B-74631420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99924"/>
            <a:ext cx="8596668" cy="1113858"/>
          </a:xfrm>
        </p:spPr>
        <p:txBody>
          <a:bodyPr/>
          <a:lstStyle/>
          <a:p>
            <a:r>
              <a:rPr lang="en-US" b="1" dirty="0"/>
              <a:t>Database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B25E1-01D7-24CE-6FE9-0AE062FA7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41377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Tables Used</a:t>
            </a:r>
            <a:endParaRPr lang="en-US" dirty="0"/>
          </a:p>
          <a:p>
            <a:r>
              <a:rPr lang="en-US" dirty="0"/>
              <a:t>Orders</a:t>
            </a:r>
          </a:p>
          <a:p>
            <a:r>
              <a:rPr lang="en-US" dirty="0"/>
              <a:t>Routes</a:t>
            </a:r>
          </a:p>
          <a:p>
            <a:r>
              <a:rPr lang="en-US" dirty="0"/>
              <a:t>Warehouses</a:t>
            </a:r>
          </a:p>
          <a:p>
            <a:r>
              <a:rPr lang="en-US" dirty="0"/>
              <a:t>Delivery Agents</a:t>
            </a:r>
          </a:p>
          <a:p>
            <a:r>
              <a:rPr lang="en-US" dirty="0"/>
              <a:t>Shipment Tracking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6251D71-F820-0365-6A15-F1C9D372D3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40969" y="2160588"/>
            <a:ext cx="4749419" cy="34137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2B7E9D-1FAD-3A6F-FC94-926326CABC2D}"/>
              </a:ext>
            </a:extLst>
          </p:cNvPr>
          <p:cNvSpPr/>
          <p:nvPr/>
        </p:nvSpPr>
        <p:spPr>
          <a:xfrm>
            <a:off x="5221197" y="1643971"/>
            <a:ext cx="4647007" cy="5166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Screenshot of logistics project database</a:t>
            </a:r>
          </a:p>
        </p:txBody>
      </p:sp>
    </p:spTree>
    <p:extLst>
      <p:ext uri="{BB962C8B-B14F-4D97-AF65-F5344CB8AC3E}">
        <p14:creationId xmlns:p14="http://schemas.microsoft.com/office/powerpoint/2010/main" val="2096182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EF1C8-BAA0-499B-BD6E-49A8C151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Task 1: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E9B53-CE44-8023-26AE-AEFA82C560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• Checked for duplicate records in orders table</a:t>
            </a:r>
            <a:br>
              <a:rPr lang="en-US" sz="2000" dirty="0"/>
            </a:br>
            <a:r>
              <a:rPr lang="en-US" sz="2000" dirty="0"/>
              <a:t>• Verified missing values in dataset</a:t>
            </a:r>
            <a:br>
              <a:rPr lang="en-US" sz="2000" dirty="0"/>
            </a:br>
            <a:r>
              <a:rPr lang="en-US" sz="2000" dirty="0"/>
              <a:t>• Cleaned inconsistent values</a:t>
            </a:r>
            <a:br>
              <a:rPr lang="en-US" sz="2000" dirty="0"/>
            </a:br>
            <a:r>
              <a:rPr lang="en-US" sz="2000" dirty="0"/>
              <a:t>• Ensured data integrity before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5CC2BD7-FAAA-B99A-B574-DEBBFED342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30926" y="1930399"/>
            <a:ext cx="4961560" cy="411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920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F0315-22CA-1169-C449-5A0E498A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2: Delivery Delay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0243F-7698-861A-AFB1-974D8C0426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Delivery delay calculated using:</a:t>
            </a:r>
          </a:p>
          <a:p>
            <a:r>
              <a:rPr lang="en-US" dirty="0"/>
              <a:t>Actual Delivery Date – Expected Delivery Date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Analysis:</a:t>
            </a:r>
          </a:p>
          <a:p>
            <a:r>
              <a:rPr lang="en-US" dirty="0"/>
              <a:t>• Identified delayed deliveries</a:t>
            </a:r>
            <a:br>
              <a:rPr lang="en-US" dirty="0"/>
            </a:br>
            <a:r>
              <a:rPr lang="en-US" dirty="0"/>
              <a:t>• Ranked delays within each warehouse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0865BF-6EC0-0472-A678-1251B13C50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9524" y="1817769"/>
            <a:ext cx="4954246" cy="388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65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0F712-7C00-2BAE-6C43-753B2E0C4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3: Route Optimization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05485-E66B-F2FE-E2E1-04FE9C3A3A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Calculated average travel time per route</a:t>
            </a:r>
            <a:br>
              <a:rPr lang="en-US" dirty="0"/>
            </a:br>
            <a:r>
              <a:rPr lang="en-US" dirty="0"/>
              <a:t>• Analyzed traffic delay impact</a:t>
            </a:r>
            <a:br>
              <a:rPr lang="en-US" dirty="0"/>
            </a:br>
            <a:r>
              <a:rPr lang="en-US" dirty="0"/>
              <a:t>• Identified routes with highest delays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Insight:</a:t>
            </a:r>
          </a:p>
          <a:p>
            <a:r>
              <a:rPr lang="en-US" dirty="0"/>
              <a:t>Some routes experience higher delays due to traffic congestion.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AD7969-7277-69A3-D164-5F702A5088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18785" y="1930399"/>
            <a:ext cx="5042027" cy="411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67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B62AD-A90B-8FB4-29A4-6E21E14F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927524" cy="1320800"/>
          </a:xfrm>
        </p:spPr>
        <p:txBody>
          <a:bodyPr/>
          <a:lstStyle/>
          <a:p>
            <a:r>
              <a:rPr lang="en-US" b="1" dirty="0"/>
              <a:t>Task 4: Warehouse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930F1-06C7-9CB8-EF1A-A29CB713A7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• Compared warehouse processing times</a:t>
            </a:r>
            <a:br>
              <a:rPr lang="en-US" dirty="0"/>
            </a:br>
            <a:r>
              <a:rPr lang="en-US" dirty="0"/>
              <a:t>• Calculated on-time delivery percentage</a:t>
            </a:r>
            <a:br>
              <a:rPr lang="en-US" dirty="0"/>
            </a:br>
            <a:r>
              <a:rPr lang="en-US" dirty="0"/>
              <a:t>• Identified warehouses with slower processing</a:t>
            </a:r>
          </a:p>
          <a:p>
            <a:pPr marL="0" indent="0">
              <a:buNone/>
            </a:pPr>
            <a:r>
              <a:rPr lang="en-US" dirty="0"/>
              <a:t>Key Insight:</a:t>
            </a:r>
          </a:p>
          <a:p>
            <a:r>
              <a:rPr lang="en-US" dirty="0"/>
              <a:t>Improving warehouse operations can reduce delivery delays.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9523F2-5BBE-292D-0EAF-F3BCD44CCE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9524" y="1814170"/>
            <a:ext cx="5056657" cy="414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740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55ED-CDFF-2B6A-73A2-382FEC631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5: Delivery Agent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7FFBA-C991-D775-DB5C-8E9F0F7E83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• Ranked delivery agents by on-time delivery percentage</a:t>
            </a:r>
            <a:br>
              <a:rPr lang="en-US" dirty="0"/>
            </a:br>
            <a:r>
              <a:rPr lang="en-US" dirty="0"/>
              <a:t>• Identified underperforming agents</a:t>
            </a:r>
            <a:br>
              <a:rPr lang="en-US" dirty="0"/>
            </a:br>
            <a:r>
              <a:rPr lang="en-US" dirty="0"/>
              <a:t>• Compared top and bottom performing agents</a:t>
            </a:r>
          </a:p>
          <a:p>
            <a:pPr marL="0" indent="0">
              <a:buNone/>
            </a:pPr>
            <a:r>
              <a:rPr lang="en-US" dirty="0"/>
              <a:t>Key Insight:</a:t>
            </a:r>
          </a:p>
          <a:p>
            <a:r>
              <a:rPr lang="en-US" dirty="0"/>
              <a:t>Higher performing agents maintain better delivery efficiency.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B46289-EAA8-65C3-4B8F-7806B90955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67578" y="1748332"/>
            <a:ext cx="4983505" cy="396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31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28E4-2CC3-617D-9CBA-31432DB1C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6: Shipment Tracking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95B8C-EF5B-870A-A8D3-CDE2FD0E39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Key Findings:</a:t>
            </a:r>
          </a:p>
          <a:p>
            <a:r>
              <a:rPr lang="en-US" dirty="0"/>
              <a:t>• Sorting Delay – 272 cases</a:t>
            </a:r>
            <a:br>
              <a:rPr lang="en-US" dirty="0"/>
            </a:br>
            <a:r>
              <a:rPr lang="en-US" dirty="0"/>
              <a:t>• Weather Delay – 263 cases</a:t>
            </a:r>
            <a:br>
              <a:rPr lang="en-US" dirty="0"/>
            </a:br>
            <a:r>
              <a:rPr lang="en-US" dirty="0"/>
              <a:t>• Traffic Delay – 247 cases</a:t>
            </a:r>
          </a:p>
          <a:p>
            <a:r>
              <a:rPr lang="en-US" dirty="0"/>
              <a:t>151 shipments had </a:t>
            </a:r>
            <a:r>
              <a:rPr lang="en-US" b="1" dirty="0"/>
              <a:t>multiple delayed checkpoints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A79DB4-5E20-5258-DAF2-6023A7E33E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9524" y="1580083"/>
            <a:ext cx="4968875" cy="408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07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2D78-EC43-3C18-4975-294D4A537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7: Advanced KPI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89E8C-3845-7502-A387-7C5402EB7E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Key KPIs calculated:</a:t>
            </a:r>
          </a:p>
          <a:p>
            <a:r>
              <a:rPr lang="en-US" dirty="0"/>
              <a:t>• Average delivery delay per region</a:t>
            </a:r>
            <a:br>
              <a:rPr lang="en-US" dirty="0"/>
            </a:br>
            <a:r>
              <a:rPr lang="en-US" dirty="0"/>
              <a:t>• On-time delivery percentage (56%)</a:t>
            </a:r>
            <a:br>
              <a:rPr lang="en-US" dirty="0"/>
            </a:br>
            <a:r>
              <a:rPr lang="en-US" dirty="0"/>
              <a:t>• Average traffic delay per route</a:t>
            </a:r>
          </a:p>
          <a:p>
            <a:r>
              <a:rPr lang="en-US" dirty="0"/>
              <a:t>Highest traffic delay route:</a:t>
            </a:r>
          </a:p>
          <a:p>
            <a:r>
              <a:rPr lang="en-US" dirty="0"/>
              <a:t>R014 – 58 minutes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23733C-AF03-5C56-7E8A-B0AE3D21D9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9524" y="1836115"/>
            <a:ext cx="5027397" cy="381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97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D60F1-A24D-AA00-9496-6B450CEA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AAE16-34B9-131C-0594-664B92114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14093"/>
            <a:ext cx="8596668" cy="3927269"/>
          </a:xfrm>
        </p:spPr>
        <p:txBody>
          <a:bodyPr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Logistics data was analyzed using SQL queries.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Major delay causes: Sorting, Weather, and Traffic.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Several routes and regions show higher delivery delays.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Overall, on-time delivery rate is 56%.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High-speed agents achieve better on-time deliveries.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151 orders experienced multiple delayed checkpoints.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Routes R014 and R007 have the highest traffic delays.</a:t>
            </a:r>
          </a:p>
          <a:p>
            <a:pPr marL="0" indent="0">
              <a:buNone/>
            </a:pPr>
            <a:r>
              <a:rPr lang="en-US" dirty="0"/>
              <a:t>Recommendation:</a:t>
            </a:r>
          </a:p>
          <a:p>
            <a:r>
              <a:rPr lang="en-US" dirty="0"/>
              <a:t>Improve route optimization and warehouse processing efficiency.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835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C108B-D120-C465-FC17-E0CBB3581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Explanation Video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1A15E-5273-F8F2-F29C-CA103FDDD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339357" cy="3880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Ctrl + Click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https://drive.google.com/file/d/1OOC3OfhTKwXdFpOyuLYHR3QSqobrPYrb/view?usp=sharing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603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DF81-0DFC-2567-5583-A3C0A93F9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92" y="219699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317765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213</TotalTime>
  <Words>504</Words>
  <Application>Microsoft Office PowerPoint</Application>
  <PresentationFormat>Widescreen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Trebuchet MS</vt:lpstr>
      <vt:lpstr>Wingdings</vt:lpstr>
      <vt:lpstr>Wingdings 3</vt:lpstr>
      <vt:lpstr>Facet</vt:lpstr>
      <vt:lpstr>Logistics Optimization for Delivery Routes SQL Data Analytics Project</vt:lpstr>
      <vt:lpstr>Project Overview</vt:lpstr>
      <vt:lpstr>Dataset Description</vt:lpstr>
      <vt:lpstr>Database Schema</vt:lpstr>
      <vt:lpstr>Task 1: Data Cleaning</vt:lpstr>
      <vt:lpstr>Task 2: Delivery Delay Analysis</vt:lpstr>
      <vt:lpstr>Task 3: Route Optimization Analysis</vt:lpstr>
      <vt:lpstr>Task 4: Warehouse Performance Analysis</vt:lpstr>
      <vt:lpstr>Task 5: Delivery Agent Performance</vt:lpstr>
      <vt:lpstr>Task 6: Shipment Tracking Analytics</vt:lpstr>
      <vt:lpstr>Task 7: Advanced KPI Reporting</vt:lpstr>
      <vt:lpstr>Conclusion</vt:lpstr>
      <vt:lpstr>Project Explanation Video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Dubey</dc:creator>
  <cp:lastModifiedBy>Aryan Dubey</cp:lastModifiedBy>
  <cp:revision>5</cp:revision>
  <dcterms:created xsi:type="dcterms:W3CDTF">2026-03-10T18:17:18Z</dcterms:created>
  <dcterms:modified xsi:type="dcterms:W3CDTF">2026-03-12T15:14:00Z</dcterms:modified>
</cp:coreProperties>
</file>